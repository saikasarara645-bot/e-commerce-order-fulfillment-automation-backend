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Kanit Light" panose="020B0604020202020204" charset="-34"/>
      <p:regular r:id="rId18"/>
    </p:embeddedFont>
    <p:embeddedFont>
      <p:font typeface="Martel San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9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31.png"/><Relationship Id="rId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28.svg"/><Relationship Id="rId9" Type="http://schemas.openxmlformats.org/officeDocument/2006/relationships/image" Target="../media/image11.png"/><Relationship Id="rId14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1390" y="2654856"/>
            <a:ext cx="93852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E-commerce Order Fulfillment Automation Backend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451390" y="4412575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Software Project Lab-I (SWE 4304)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451390" y="5121235"/>
            <a:ext cx="93852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Backend-focused, console-based system</a:t>
            </a:r>
            <a:endParaRPr 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9B8971-BC66-48AB-BE4C-1E2A886A3685}"/>
              </a:ext>
            </a:extLst>
          </p:cNvPr>
          <p:cNvSpPr/>
          <p:nvPr/>
        </p:nvSpPr>
        <p:spPr>
          <a:xfrm>
            <a:off x="12823115" y="7723990"/>
            <a:ext cx="1807285" cy="527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F9AF5-2745-4445-845E-1568D2E66E78}"/>
              </a:ext>
            </a:extLst>
          </p:cNvPr>
          <p:cNvSpPr txBox="1"/>
          <p:nvPr/>
        </p:nvSpPr>
        <p:spPr>
          <a:xfrm>
            <a:off x="13145845" y="7896113"/>
            <a:ext cx="69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547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Our Team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917156"/>
            <a:ext cx="4196358" cy="1557695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4174450"/>
            <a:ext cx="368177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Saika Sarara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764048"/>
            <a:ext cx="368177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230042159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216962" y="3917156"/>
            <a:ext cx="4196358" cy="1557695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4256" y="4174450"/>
            <a:ext cx="368177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Adiba Ahsan Raiyan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4764048"/>
            <a:ext cx="368177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230042161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3917156"/>
            <a:ext cx="4196358" cy="1557695"/>
          </a:xfrm>
          <a:prstGeom prst="roundRect">
            <a:avLst>
              <a:gd name="adj" fmla="val 6116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7427" y="41744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Maliha Tasnim Khan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4664869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230042127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5527C8-F0DD-45EB-B509-798F1001892B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6874A-E451-4099-AAC8-66DCBB630AD0}"/>
              </a:ext>
            </a:extLst>
          </p:cNvPr>
          <p:cNvSpPr txBox="1"/>
          <p:nvPr/>
        </p:nvSpPr>
        <p:spPr>
          <a:xfrm>
            <a:off x="13135087" y="7906871"/>
            <a:ext cx="1161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68450C-2930-4576-A6B3-19C23383BFAD}"/>
              </a:ext>
            </a:extLst>
          </p:cNvPr>
          <p:cNvSpPr/>
          <p:nvPr/>
        </p:nvSpPr>
        <p:spPr>
          <a:xfrm>
            <a:off x="682627" y="2845793"/>
            <a:ext cx="2840019" cy="526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DFE889-56A7-4990-8209-95126E00255F}"/>
              </a:ext>
            </a:extLst>
          </p:cNvPr>
          <p:cNvSpPr txBox="1"/>
          <p:nvPr/>
        </p:nvSpPr>
        <p:spPr>
          <a:xfrm>
            <a:off x="793790" y="2845793"/>
            <a:ext cx="4196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TEAM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28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181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Java-based console application designed to automate the internal backend workflow of an e-commerce system.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3398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Focuses on post-placement order processing.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678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customer-facing interface.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99591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Simulates real-world backend operations: validation, inventory, billing, payment, and shipping.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BF1BC-8F36-47EE-9381-A48DE1F87ECF}"/>
              </a:ext>
            </a:extLst>
          </p:cNvPr>
          <p:cNvSpPr/>
          <p:nvPr/>
        </p:nvSpPr>
        <p:spPr>
          <a:xfrm>
            <a:off x="12823114" y="7702474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73261-1679-4FCA-B40E-61174423902A}"/>
              </a:ext>
            </a:extLst>
          </p:cNvPr>
          <p:cNvSpPr txBox="1"/>
          <p:nvPr/>
        </p:nvSpPr>
        <p:spPr>
          <a:xfrm>
            <a:off x="13081299" y="7885355"/>
            <a:ext cx="1032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55959" y="1162526"/>
            <a:ext cx="3883462" cy="485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1955959" y="1860709"/>
            <a:ext cx="3501866" cy="2090380"/>
          </a:xfrm>
          <a:prstGeom prst="roundRect">
            <a:avLst>
              <a:gd name="adj" fmla="val 312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18836" y="2023586"/>
            <a:ext cx="466011" cy="466011"/>
          </a:xfrm>
          <a:prstGeom prst="roundRect">
            <a:avLst>
              <a:gd name="adj" fmla="val 19619892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46948" y="2151698"/>
            <a:ext cx="209669" cy="2096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18836" y="2595920"/>
            <a:ext cx="233005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1. Secure Admin Login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118836" y="2950964"/>
            <a:ext cx="3176111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Admin-only access to the system. Passwords are stored using hashed values, not plain text. Prevents unauthorized access to backend operations.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64148" y="1860709"/>
            <a:ext cx="3501985" cy="2090380"/>
          </a:xfrm>
          <a:prstGeom prst="roundRect">
            <a:avLst>
              <a:gd name="adj" fmla="val 312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27025" y="2023586"/>
            <a:ext cx="466011" cy="466011"/>
          </a:xfrm>
          <a:prstGeom prst="roundRect">
            <a:avLst>
              <a:gd name="adj" fmla="val 19619892"/>
            </a:avLst>
          </a:prstGeom>
          <a:solidFill>
            <a:srgbClr val="43706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5137" y="2151698"/>
            <a:ext cx="209669" cy="2096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27025" y="2595920"/>
            <a:ext cx="233005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 Order Intake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727025" y="2950964"/>
            <a:ext cx="3176230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Orders are loaded from structured JSON files. Required fields: orderId, items[], address, paymentMode. Orders are queued for processing.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72456" y="1860709"/>
            <a:ext cx="3501866" cy="2090380"/>
          </a:xfrm>
          <a:prstGeom prst="roundRect">
            <a:avLst>
              <a:gd name="adj" fmla="val 312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335333" y="2023586"/>
            <a:ext cx="466011" cy="466011"/>
          </a:xfrm>
          <a:prstGeom prst="roundRect">
            <a:avLst>
              <a:gd name="adj" fmla="val 19619892"/>
            </a:avLst>
          </a:prstGeom>
          <a:solidFill>
            <a:srgbClr val="43706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3445" y="2151698"/>
            <a:ext cx="209669" cy="2096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35333" y="2595920"/>
            <a:ext cx="233005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 Order Validation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335333" y="2950964"/>
            <a:ext cx="3176111" cy="83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Checks for valid order structure. Ensures non-empty items and positive quantities. Invalid orders are cancelled and logged with reasons.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955959" y="4057412"/>
            <a:ext cx="3501866" cy="3009543"/>
          </a:xfrm>
          <a:prstGeom prst="roundRect">
            <a:avLst>
              <a:gd name="adj" fmla="val 21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118836" y="4220289"/>
            <a:ext cx="466011" cy="466011"/>
          </a:xfrm>
          <a:prstGeom prst="roundRect">
            <a:avLst>
              <a:gd name="adj" fmla="val 19619892"/>
            </a:avLst>
          </a:prstGeom>
          <a:solidFill>
            <a:srgbClr val="43706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46948" y="4348401"/>
            <a:ext cx="209669" cy="20966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18836" y="4792623"/>
            <a:ext cx="3176111" cy="58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4. Inventory Verification &amp; Reservation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118836" y="5438894"/>
            <a:ext cx="3176111" cy="1046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Verifies stock availability for each item. Uses a whole-order rejection policy if any item is unavailable. On failure: stock is released and order is cancelled. On success: stock is reserved.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564148" y="4057412"/>
            <a:ext cx="3501985" cy="3009543"/>
          </a:xfrm>
          <a:prstGeom prst="roundRect">
            <a:avLst>
              <a:gd name="adj" fmla="val 21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27025" y="4220289"/>
            <a:ext cx="466011" cy="466011"/>
          </a:xfrm>
          <a:prstGeom prst="roundRect">
            <a:avLst>
              <a:gd name="adj" fmla="val 19619892"/>
            </a:avLst>
          </a:prstGeom>
          <a:solidFill>
            <a:srgbClr val="43706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5137" y="4348401"/>
            <a:ext cx="209669" cy="20966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727025" y="4792623"/>
            <a:ext cx="3176230" cy="582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5. Billing &amp; Payment Processing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5727025" y="5438894"/>
            <a:ext cx="3176230" cy="1465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Calculates total cost from item prices and quantities. Generates invoice with unique ID (INV-YYYYMM-####). Simulated payment handling: COD (auto-approved), MockCard (approve/decline simulation). Payment failure triggers stock rollback and cancellation.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9172456" y="4057412"/>
            <a:ext cx="3501866" cy="3009543"/>
          </a:xfrm>
          <a:prstGeom prst="roundRect">
            <a:avLst>
              <a:gd name="adj" fmla="val 2168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335333" y="4220289"/>
            <a:ext cx="466011" cy="466011"/>
          </a:xfrm>
          <a:prstGeom prst="roundRect">
            <a:avLst>
              <a:gd name="adj" fmla="val 19619892"/>
            </a:avLst>
          </a:prstGeom>
          <a:solidFill>
            <a:srgbClr val="437066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63445" y="4348401"/>
            <a:ext cx="209669" cy="20966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335333" y="4792623"/>
            <a:ext cx="233005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6. Shipping Simulation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9335333" y="5147667"/>
            <a:ext cx="3176111" cy="1255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Shipment created with unique tracking ID (TRK-########). Delivery status progresses step-by-step: PACKED → SHIPPED → OUT_FOR_DELIVERY → DELIVERED. Admin controls status updates.</a:t>
            </a:r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2B33C2-43AB-4BE6-AE1A-C4EC81F4CA0B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1F3652-53F6-4834-81CA-7726ECE32B9F}"/>
              </a:ext>
            </a:extLst>
          </p:cNvPr>
          <p:cNvSpPr txBox="1"/>
          <p:nvPr/>
        </p:nvSpPr>
        <p:spPr>
          <a:xfrm>
            <a:off x="12930692" y="7885355"/>
            <a:ext cx="1054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2344" y="1034296"/>
            <a:ext cx="4132421" cy="516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Features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612344" y="1791652"/>
            <a:ext cx="3721537" cy="2568059"/>
          </a:xfrm>
          <a:prstGeom prst="roundRect">
            <a:avLst>
              <a:gd name="adj" fmla="val 2703"/>
            </a:avLst>
          </a:prstGeom>
          <a:solidFill>
            <a:srgbClr val="DFECE9"/>
          </a:solidFill>
          <a:ln w="762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5223" y="1964531"/>
            <a:ext cx="495895" cy="495895"/>
          </a:xfrm>
          <a:prstGeom prst="roundRect">
            <a:avLst>
              <a:gd name="adj" fmla="val 18437543"/>
            </a:avLst>
          </a:prstGeom>
          <a:solidFill>
            <a:srgbClr val="C8E6C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1550" y="2100858"/>
            <a:ext cx="223123" cy="2231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5223" y="2580799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7. Admin Dashboard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785223" y="2962989"/>
            <a:ext cx="3375779" cy="91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Menu-driven CLI dashboard. View all orders with status and summary. Search and filter orders by ID or status. Access order details, invoices, tracking, and logs.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54253" y="1791652"/>
            <a:ext cx="3721656" cy="2568059"/>
          </a:xfrm>
          <a:prstGeom prst="roundRect">
            <a:avLst>
              <a:gd name="adj" fmla="val 2703"/>
            </a:avLst>
          </a:prstGeom>
          <a:solidFill>
            <a:srgbClr val="DFECE9"/>
          </a:solidFill>
          <a:ln w="7620">
            <a:solidFill>
              <a:srgbClr val="C8E6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27132" y="1964531"/>
            <a:ext cx="495895" cy="495895"/>
          </a:xfrm>
          <a:prstGeom prst="roundRect">
            <a:avLst>
              <a:gd name="adj" fmla="val 18437543"/>
            </a:avLst>
          </a:prstGeom>
          <a:solidFill>
            <a:srgbClr val="C8E6C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3458" y="2100858"/>
            <a:ext cx="223123" cy="2231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7132" y="2580799"/>
            <a:ext cx="266104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8. Manual Status Control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627132" y="2962989"/>
            <a:ext cx="3375898" cy="91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Admin can manually update shipment status. System prevents invalid state transitions. Every update is logged for audit purposes.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9296281" y="1791652"/>
            <a:ext cx="3721656" cy="2568059"/>
          </a:xfrm>
          <a:prstGeom prst="roundRect">
            <a:avLst>
              <a:gd name="adj" fmla="val 2703"/>
            </a:avLst>
          </a:prstGeom>
          <a:solidFill>
            <a:srgbClr val="DFECE9"/>
          </a:solidFill>
          <a:ln w="7620">
            <a:solidFill>
              <a:srgbClr val="C8E6C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469160" y="1964531"/>
            <a:ext cx="495895" cy="495895"/>
          </a:xfrm>
          <a:prstGeom prst="roundRect">
            <a:avLst>
              <a:gd name="adj" fmla="val 18437543"/>
            </a:avLst>
          </a:prstGeom>
          <a:solidFill>
            <a:srgbClr val="C8E6C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5486" y="2100858"/>
            <a:ext cx="223123" cy="2231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69160" y="2580799"/>
            <a:ext cx="3375898" cy="61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9. Workflow Logging &amp; Audit Trail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469160" y="3272909"/>
            <a:ext cx="3375898" cy="913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workflow step is logged with: timestamp, orderId, step name, outcome and message. Logs stored per order and in a master log file.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612344" y="4480084"/>
            <a:ext cx="3721537" cy="2715101"/>
          </a:xfrm>
          <a:prstGeom prst="roundRect">
            <a:avLst>
              <a:gd name="adj" fmla="val 2557"/>
            </a:avLst>
          </a:prstGeom>
          <a:solidFill>
            <a:srgbClr val="DFECE9"/>
          </a:solidFill>
          <a:ln w="7620">
            <a:solidFill>
              <a:srgbClr val="C8E6C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785223" y="4652963"/>
            <a:ext cx="495895" cy="495895"/>
          </a:xfrm>
          <a:prstGeom prst="roundRect">
            <a:avLst>
              <a:gd name="adj" fmla="val 18437543"/>
            </a:avLst>
          </a:prstGeom>
          <a:solidFill>
            <a:srgbClr val="C8E6C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1550" y="4789289"/>
            <a:ext cx="223123" cy="2231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5223" y="5269230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10. Reporting System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1785223" y="5651421"/>
            <a:ext cx="3375779" cy="137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Automatically generates summary reports showing: total orders processed, successful vs cancelled orders, cancellation reasons, total revenue from completed orders. Reports stored as files for review.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54253" y="4480084"/>
            <a:ext cx="3721656" cy="2715101"/>
          </a:xfrm>
          <a:prstGeom prst="roundRect">
            <a:avLst>
              <a:gd name="adj" fmla="val 2557"/>
            </a:avLst>
          </a:prstGeom>
          <a:solidFill>
            <a:srgbClr val="DFECE9"/>
          </a:solidFill>
          <a:ln w="7620">
            <a:solidFill>
              <a:srgbClr val="C8E6C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627132" y="4652963"/>
            <a:ext cx="495895" cy="495895"/>
          </a:xfrm>
          <a:prstGeom prst="roundRect">
            <a:avLst>
              <a:gd name="adj" fmla="val 18437543"/>
            </a:avLst>
          </a:prstGeom>
          <a:solidFill>
            <a:srgbClr val="C8E6C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63458" y="4789289"/>
            <a:ext cx="223123" cy="22312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27132" y="5269230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11. Data Persistence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5627132" y="5651421"/>
            <a:ext cx="3375898" cy="1142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Uses file-based storage: products.json, orders.json, customers.json, invoices.json. Data is serialized when saved and deserialized when loaded. Ensures data remains available across program runs.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9296281" y="4480084"/>
            <a:ext cx="3721656" cy="2715101"/>
          </a:xfrm>
          <a:prstGeom prst="roundRect">
            <a:avLst>
              <a:gd name="adj" fmla="val 2557"/>
            </a:avLst>
          </a:prstGeom>
          <a:solidFill>
            <a:srgbClr val="DFECE9"/>
          </a:solidFill>
          <a:ln w="7620">
            <a:solidFill>
              <a:srgbClr val="C8E6C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469160" y="4652963"/>
            <a:ext cx="495895" cy="495895"/>
          </a:xfrm>
          <a:prstGeom prst="roundRect">
            <a:avLst>
              <a:gd name="adj" fmla="val 18437543"/>
            </a:avLst>
          </a:prstGeom>
          <a:solidFill>
            <a:srgbClr val="C8E6C9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05486" y="4789289"/>
            <a:ext cx="223123" cy="22312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469160" y="5269230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12. Test Scenarios</a:t>
            </a:r>
            <a:endParaRPr lang="en-US" sz="1950" dirty="0"/>
          </a:p>
        </p:txBody>
      </p:sp>
      <p:sp>
        <p:nvSpPr>
          <p:cNvPr id="32" name="Text 24"/>
          <p:cNvSpPr/>
          <p:nvPr/>
        </p:nvSpPr>
        <p:spPr>
          <a:xfrm>
            <a:off x="9469160" y="5651421"/>
            <a:ext cx="3375898" cy="685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Includes seeded test data. Covers: successful order flow, invalid order, stock shortage, payment failure.</a:t>
            </a:r>
            <a:endParaRPr lang="en-US" sz="13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B961D5-F11E-4F0C-8DC1-0EBF7BD7D605}"/>
              </a:ext>
            </a:extLst>
          </p:cNvPr>
          <p:cNvSpPr/>
          <p:nvPr/>
        </p:nvSpPr>
        <p:spPr>
          <a:xfrm>
            <a:off x="12823115" y="7723991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D680C5-4F0B-4835-9E10-984CF148BD43}"/>
              </a:ext>
            </a:extLst>
          </p:cNvPr>
          <p:cNvSpPr txBox="1"/>
          <p:nvPr/>
        </p:nvSpPr>
        <p:spPr>
          <a:xfrm>
            <a:off x="13017937" y="7906871"/>
            <a:ext cx="1214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113" y="667107"/>
            <a:ext cx="5419011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 Completed So Far: 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2113" y="1667828"/>
            <a:ext cx="6511885" cy="1532573"/>
          </a:xfrm>
          <a:prstGeom prst="roundRect">
            <a:avLst>
              <a:gd name="adj" fmla="val 557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092" y="1878806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851" y="2046565"/>
            <a:ext cx="274677" cy="2746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092" y="2671524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Order Validation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06402" y="1667828"/>
            <a:ext cx="6511885" cy="1532573"/>
          </a:xfrm>
          <a:prstGeom prst="roundRect">
            <a:avLst>
              <a:gd name="adj" fmla="val 557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7381" y="1878806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43706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5140" y="2046565"/>
            <a:ext cx="274677" cy="2746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17381" y="2671524"/>
            <a:ext cx="335291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&amp; Stock Reservation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12113" y="3382804"/>
            <a:ext cx="6511885" cy="1950720"/>
          </a:xfrm>
          <a:prstGeom prst="roundRect">
            <a:avLst>
              <a:gd name="adj" fmla="val 438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23092" y="3593783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43706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851" y="3761542"/>
            <a:ext cx="274677" cy="2746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23092" y="4386501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Invoice Generation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7406402" y="3382804"/>
            <a:ext cx="6511885" cy="1950720"/>
          </a:xfrm>
          <a:prstGeom prst="roundRect">
            <a:avLst>
              <a:gd name="adj" fmla="val 4381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17381" y="3593783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43706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85140" y="3761542"/>
            <a:ext cx="274677" cy="2746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17381" y="4386501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Payment Simulation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7617381" y="4813816"/>
            <a:ext cx="6089928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(COD &amp; MockCard)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12113" y="5515928"/>
            <a:ext cx="6511885" cy="1532573"/>
          </a:xfrm>
          <a:prstGeom prst="roundRect">
            <a:avLst>
              <a:gd name="adj" fmla="val 557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23092" y="5726906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43706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0851" y="5894665"/>
            <a:ext cx="274677" cy="27467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3092" y="6519624"/>
            <a:ext cx="25432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Shipment Creation</a:t>
            </a:r>
            <a:endParaRPr lang="en-US" sz="2000" dirty="0"/>
          </a:p>
        </p:txBody>
      </p:sp>
      <p:sp>
        <p:nvSpPr>
          <p:cNvPr id="24" name="Shape 17"/>
          <p:cNvSpPr/>
          <p:nvPr/>
        </p:nvSpPr>
        <p:spPr>
          <a:xfrm>
            <a:off x="7406402" y="5515928"/>
            <a:ext cx="6511885" cy="1532573"/>
          </a:xfrm>
          <a:prstGeom prst="roundRect">
            <a:avLst>
              <a:gd name="adj" fmla="val 5576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617381" y="5726906"/>
            <a:ext cx="610314" cy="610314"/>
          </a:xfrm>
          <a:prstGeom prst="roundRect">
            <a:avLst>
              <a:gd name="adj" fmla="val 14980953"/>
            </a:avLst>
          </a:prstGeom>
          <a:solidFill>
            <a:srgbClr val="437066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85140" y="5894665"/>
            <a:ext cx="274677" cy="27467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617381" y="6519624"/>
            <a:ext cx="263151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Basic Workflow Logging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712113" y="7253764"/>
            <a:ext cx="13206174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CCF699-41FD-4807-A9D7-9F8310C292FF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B542B1-4FDA-46EE-8590-FCBA2DB11D8D}"/>
              </a:ext>
            </a:extLst>
          </p:cNvPr>
          <p:cNvSpPr txBox="1"/>
          <p:nvPr/>
        </p:nvSpPr>
        <p:spPr>
          <a:xfrm>
            <a:off x="12823115" y="7896113"/>
            <a:ext cx="135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2376"/>
            <a:ext cx="71660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Timeline Overview (Baseline)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24783"/>
            <a:ext cx="13042821" cy="3342322"/>
          </a:xfrm>
          <a:prstGeom prst="roundRect">
            <a:avLst>
              <a:gd name="adj" fmla="val 28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32403"/>
            <a:ext cx="1302627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9653" y="317611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Planning &amp; Design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077" y="3176111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Requirement analysis, design, proposal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6691" y="317611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1-5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4045625"/>
            <a:ext cx="1302627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9653" y="41893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Backend Implementation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077" y="4189333"/>
            <a:ext cx="388036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Validation, inventory, invoice, payment, shipment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6691" y="418933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6-9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5058847"/>
            <a:ext cx="1302627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9653" y="520255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Supporting Features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5202555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Admin features, logging, reporting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5202555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10-13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709166"/>
            <a:ext cx="1302627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9653" y="585287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Testing &amp; Refinement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077" y="5852874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Testing, debugging, final prep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6691" y="5852874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14-16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437CCB-3ADF-4D49-B32B-5A3C2E1959C1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1AF15C-367C-4240-B63C-851FF874937B}"/>
              </a:ext>
            </a:extLst>
          </p:cNvPr>
          <p:cNvSpPr txBox="1"/>
          <p:nvPr/>
        </p:nvSpPr>
        <p:spPr>
          <a:xfrm>
            <a:off x="12823115" y="7853082"/>
            <a:ext cx="1301676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7604" y="1318617"/>
            <a:ext cx="4005382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Completed Work 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1787604" y="2045613"/>
            <a:ext cx="11055072" cy="4519255"/>
          </a:xfrm>
          <a:prstGeom prst="roundRect">
            <a:avLst>
              <a:gd name="adj" fmla="val 148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95224" y="2053233"/>
            <a:ext cx="11039832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955602" y="2128718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/ Module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19280" y="212871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Planned Week(s)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27175" y="212871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Status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35070" y="2128718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795224" y="2422922"/>
            <a:ext cx="11039832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55602" y="2498408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admin login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19280" y="249840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27175" y="249840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35070" y="2498408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Hashed password authentication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95224" y="2792611"/>
            <a:ext cx="11039832" cy="5884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955602" y="2868097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order workflow pipeline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19280" y="2868097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6-9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27175" y="2868097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35070" y="2868097"/>
            <a:ext cx="3539847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Validation → inventory → invoice → payment → shipment → cancel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795224" y="3381018"/>
            <a:ext cx="11039832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955602" y="3456503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Order 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19280" y="3456503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6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27175" y="3456503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35070" y="3456503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Cancels order on validation failure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795224" y="3750707"/>
            <a:ext cx="11039832" cy="5884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955602" y="3826193"/>
            <a:ext cx="2435781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verification &amp; reservation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19280" y="3826193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7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27175" y="3826193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 (Basic)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35070" y="3826193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Stock check and reservation works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795224" y="4339114"/>
            <a:ext cx="11039832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955602" y="4414599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Invoice generation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19280" y="4414599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8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27175" y="4414599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35070" y="4414599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Total calculated correctly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795224" y="4708803"/>
            <a:ext cx="11039832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955602" y="4784288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Payment processing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719280" y="478428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8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27175" y="478428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135070" y="4784288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COD &amp; MockCard supported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795224" y="5078492"/>
            <a:ext cx="11039832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955602" y="5153978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Shipment creation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719280" y="515397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9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27175" y="5153978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135070" y="5153978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Tracking ID generated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1795224" y="5448181"/>
            <a:ext cx="11039832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955602" y="5523667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Basic admin dashboard (CLI)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719280" y="5523667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27175" y="5523667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 (Basic)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135070" y="5523667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Menu-driven CLI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795224" y="5817870"/>
            <a:ext cx="11039832" cy="36968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955602" y="5893356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Central workflow logging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719280" y="5893356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927175" y="5893356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 (Basic)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135070" y="5893356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Single audit log (logs.txt)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1795224" y="6187559"/>
            <a:ext cx="11039832" cy="36968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955602" y="6263045"/>
            <a:ext cx="2435781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File-based data persistence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4719280" y="6263045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11-13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927175" y="6263045"/>
            <a:ext cx="187999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 (Basic)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9135070" y="6263045"/>
            <a:ext cx="3539847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Load/save using text files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787604" y="6692146"/>
            <a:ext cx="11055072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features represent the stable core backend pipeline implemented so far.</a:t>
            </a:r>
            <a:endParaRPr lang="en-US" sz="125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586F63E-4A03-475E-A5A2-4D66A90581F3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7F5462-711F-43E1-B96E-898628ED65CE}"/>
              </a:ext>
            </a:extLst>
          </p:cNvPr>
          <p:cNvSpPr txBox="1"/>
          <p:nvPr/>
        </p:nvSpPr>
        <p:spPr>
          <a:xfrm>
            <a:off x="12842676" y="7820809"/>
            <a:ext cx="1217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867370"/>
            <a:ext cx="6029087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Partially Completed Work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047" y="1953816"/>
            <a:ext cx="13118306" cy="5408414"/>
          </a:xfrm>
          <a:prstGeom prst="roundRect">
            <a:avLst>
              <a:gd name="adj" fmla="val 16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667" y="1961436"/>
            <a:ext cx="13103066" cy="5992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79765" y="2092404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/ Module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59342" y="2092404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Planned Week(s)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79908" y="2092404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Status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500473" y="2092404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Limitation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3667" y="2560677"/>
            <a:ext cx="13103066" cy="5992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79765" y="2691646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Order intake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59342" y="2691646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79908" y="2691646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00473" y="2691646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Works, but not JSON-based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63667" y="3159919"/>
            <a:ext cx="13103066" cy="5992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79765" y="3290888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rollback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59342" y="3290888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7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79908" y="3290888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500473" y="3290888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Clear for payment failure only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3667" y="3759160"/>
            <a:ext cx="13103066" cy="5992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9765" y="3890129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Invoice ID format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259342" y="3890129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879908" y="3890129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00473" y="3890129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Serial-based, not date-based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63667" y="4358402"/>
            <a:ext cx="13103066" cy="5992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79765" y="4489371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Shipping module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259342" y="4489371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9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79908" y="4489371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00473" y="4489371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Only PACKED state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63667" y="4957643"/>
            <a:ext cx="13103066" cy="5992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79765" y="5088612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Admin dashboard features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259342" y="5088612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79908" y="5088612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500473" y="5088612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search/filter/detail views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63667" y="5556885"/>
            <a:ext cx="13103066" cy="5992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79765" y="5687854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Logging system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259342" y="5687854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879908" y="5687854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500473" y="5687854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per-order logs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63667" y="6156127"/>
            <a:ext cx="13103066" cy="59924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79765" y="6287095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persistence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259342" y="6287095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11-13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879908" y="6287095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500473" y="6287095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TXT files, no customer data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63667" y="6755368"/>
            <a:ext cx="13103066" cy="59924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79765" y="6886337"/>
            <a:ext cx="2839998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Test scenarios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4259342" y="6886337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14-16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879908" y="6886337"/>
            <a:ext cx="218098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Partially completed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500473" y="6886337"/>
            <a:ext cx="4150281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Input-based, not formally validated</a:t>
            </a:r>
            <a:endParaRPr lang="en-US" sz="17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0BF4E0-A154-4056-91BB-C4467F2FDA31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EDF866C-DD42-4599-8202-AF7A11097E59}"/>
              </a:ext>
            </a:extLst>
          </p:cNvPr>
          <p:cNvSpPr txBox="1"/>
          <p:nvPr/>
        </p:nvSpPr>
        <p:spPr>
          <a:xfrm>
            <a:off x="12823115" y="7842325"/>
            <a:ext cx="1258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3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 Implemented Yet 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21788"/>
            <a:ext cx="13042821" cy="4930378"/>
          </a:xfrm>
          <a:prstGeom prst="roundRect">
            <a:avLst>
              <a:gd name="adj" fmla="val 19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92940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073116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Feature / Module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75434" y="2073116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Planned Week(s)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17524" y="2073116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Status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57972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2723436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Admin signup / admin creation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75434" y="2723436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717524" y="2723436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implemented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23004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373755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Shipment status progression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434" y="3373755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9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7524" y="3373755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implemented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388036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024074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Manual shipment status control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75434" y="4024074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17524" y="4024074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implemented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53068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4674394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Status transition rules &amp; validation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375434" y="4674394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 10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717524" y="4674394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implemented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18100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5324713"/>
            <a:ext cx="38858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Reporting system (revenue, summaries)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5375434" y="5324713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11-13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717524" y="5324713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implemented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801410" y="619422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28343" y="6337935"/>
            <a:ext cx="38858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JSON-based storage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5375434" y="6337935"/>
            <a:ext cx="38808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Weeks 11-13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9717524" y="6337935"/>
            <a:ext cx="3884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Not implemented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93790" y="71073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Core features are completed, while supporting and reporting features are scheduled for later phases.</a:t>
            </a:r>
            <a:endParaRPr lang="en-US" sz="17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B3BE58-8D9E-4421-9AAA-C3732A1EE032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B42D16-784F-438B-8C27-88633D566C41}"/>
              </a:ext>
            </a:extLst>
          </p:cNvPr>
          <p:cNvSpPr txBox="1"/>
          <p:nvPr/>
        </p:nvSpPr>
        <p:spPr>
          <a:xfrm>
            <a:off x="12823115" y="7853082"/>
            <a:ext cx="1172584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358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84765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 have successfully implemented the core backend functionalities, laying a strong foundation for the E-commerce Order Fulfillment Automation Backend.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00443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Completed all initial planning and core implementation phases.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86757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Next, we will focus on supporting features, testing, and refinement.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6A80BC-6094-4423-A82A-F8C4CB2DA58E}"/>
              </a:ext>
            </a:extLst>
          </p:cNvPr>
          <p:cNvSpPr/>
          <p:nvPr/>
        </p:nvSpPr>
        <p:spPr>
          <a:xfrm>
            <a:off x="12823115" y="7702475"/>
            <a:ext cx="1807285" cy="5271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8E19E3-2B84-4F45-9DA0-F345E47195E4}"/>
              </a:ext>
            </a:extLst>
          </p:cNvPr>
          <p:cNvSpPr txBox="1"/>
          <p:nvPr/>
        </p:nvSpPr>
        <p:spPr>
          <a:xfrm>
            <a:off x="12823115" y="7906871"/>
            <a:ext cx="1323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954</Words>
  <Application>Microsoft Office PowerPoint</Application>
  <PresentationFormat>Custom</PresentationFormat>
  <Paragraphs>195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Martel Sans</vt:lpstr>
      <vt:lpstr>Kanit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Adiba_</dc:creator>
  <cp:lastModifiedBy>Asus_</cp:lastModifiedBy>
  <cp:revision>3</cp:revision>
  <dcterms:created xsi:type="dcterms:W3CDTF">2026-01-27T16:58:46Z</dcterms:created>
  <dcterms:modified xsi:type="dcterms:W3CDTF">2026-01-27T17:23:08Z</dcterms:modified>
</cp:coreProperties>
</file>