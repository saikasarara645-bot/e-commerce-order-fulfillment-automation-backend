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202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7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4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137160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02920"/>
            <a:ext cx="2560320" cy="347472"/>
          </a:xfrm>
          <a:prstGeom prst="rect">
            <a:avLst/>
          </a:prstGeom>
          <a:solidFill>
            <a:srgbClr val="1A7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SWE 4304 — Software Project Lab-I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10515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02920" y="17373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C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Automation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502920" y="24231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4200" dirty="0"/>
          </a:p>
        </p:txBody>
      </p:sp>
      <p:sp>
        <p:nvSpPr>
          <p:cNvPr id="11" name="Shape 8"/>
          <p:cNvSpPr/>
          <p:nvPr/>
        </p:nvSpPr>
        <p:spPr>
          <a:xfrm>
            <a:off x="502920" y="3246120"/>
            <a:ext cx="5943600" cy="36576"/>
          </a:xfrm>
          <a:prstGeom prst="rect">
            <a:avLst/>
          </a:prstGeom>
          <a:solidFill>
            <a:srgbClr val="1A7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34015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Saika Sarara  ·  230042159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36941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Adiba Ahsan Raiyan  ·  230042161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398678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Maliha Tasnim Khan  ·  230042127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2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E8ED"/>
                </a:solidFill>
              </a:rPr>
              <a:t>Group 13   |   Supervisor: Anika Farzana   | 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200400" cy="356616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71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7432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65760" y="3520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Costly Errors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5E8ED"/>
                </a:solidFill>
              </a:rPr>
              <a:t>during high-volume periods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31920" y="1143000"/>
            <a:ext cx="48463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023360" y="114300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26280" y="114300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entered incorrectly — no validation layer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931920" y="1810512"/>
            <a:ext cx="48463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023360" y="1810512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526280" y="181051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mismatched — products oversold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931920" y="2478024"/>
            <a:ext cx="48463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023360" y="2478024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26280" y="247802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skipped, no payment audit trail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931920" y="3145536"/>
            <a:ext cx="48463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023360" y="3145536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🚚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526280" y="314553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updates delayed or missed entirely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931920" y="3813048"/>
            <a:ext cx="48463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023360" y="381304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526280" y="381304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 to trace what happened to an order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06040" cy="36118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06040" cy="73152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32588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02920" y="26974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Java-based headless CLI backend that automates post-order fulfillment workflows for small-to-medium e-commerce businesses.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1143000"/>
            <a:ext cx="2606040" cy="3611880"/>
          </a:xfrm>
          <a:prstGeom prst="rect">
            <a:avLst/>
          </a:prstGeom>
          <a:solidFill>
            <a:srgbClr val="1A7D8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0" y="1143000"/>
            <a:ext cx="2606040" cy="73152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1325880"/>
            <a:ext cx="822960" cy="8229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3337560" y="26974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staff using a role-aware dashboard (ADMIN, MANAGER, SUPPORT) to manage orders, stock, payments, and reports.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1143000"/>
            <a:ext cx="2606040" cy="36118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035040" y="1143000"/>
            <a:ext cx="2606040" cy="73152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325880"/>
            <a:ext cx="822960" cy="8229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6172200" y="26974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errors, ensures stock accuracy, simulates payment, tracks shipment stages, and maintains a full audit trail.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2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5E8ED"/>
                </a:solidFill>
              </a:rPr>
              <a:t>Course Requirement: Headless (non-GUI) application · Java CLI · Object-Oriented Design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97480" cy="169164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80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Validation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828800"/>
            <a:ext cx="2514600" cy="36576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192024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incomplete orders, invalid quantities, and malformed data before processing.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54680" y="1097280"/>
            <a:ext cx="2697480" cy="169164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2801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Mgmt.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246120" y="1828800"/>
            <a:ext cx="2514600" cy="36576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246120" y="192024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verification, reservation, restocking, low-stock alerts, and advanced filtering.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097280"/>
            <a:ext cx="2697480" cy="1691640"/>
          </a:xfrm>
          <a:prstGeom prst="rect">
            <a:avLst/>
          </a:prstGeom>
          <a:solidFill>
            <a:srgbClr val="1A7D8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2801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Simulation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26480" y="1828800"/>
            <a:ext cx="2514600" cy="36576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6126480" y="192024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and MockCard approval/decline flow with payment outcome logging.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74320" y="2926080"/>
            <a:ext cx="2697480" cy="169164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1089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Workflow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65760" y="3657600"/>
            <a:ext cx="2514600" cy="36576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365760" y="374904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progression: PACKED → SHIPPED → OUT_FOR_DELIVERY → DELIVERED.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154680" y="2926080"/>
            <a:ext cx="2697480" cy="1691640"/>
          </a:xfrm>
          <a:prstGeom prst="rect">
            <a:avLst/>
          </a:prstGeom>
          <a:solidFill>
            <a:srgbClr val="1A7D8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10896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40480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Logs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3246120" y="3657600"/>
            <a:ext cx="2514600" cy="36576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3246120" y="374904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summaries, revenue reports, receipt generation, and full audit logging.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035040" y="2926080"/>
            <a:ext cx="2697480" cy="169164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108960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20840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Roles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6126480" y="3657600"/>
            <a:ext cx="2514600" cy="36576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6126480" y="374904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password hashing, login audit, and ADMIN / MANAGER / SUPPORT roles.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754880" cy="59436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97480" y="1143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— OOP, modular class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47088"/>
            <a:ext cx="4754880" cy="594360"/>
          </a:xfrm>
          <a:prstGeom prst="rect">
            <a:avLst/>
          </a:prstGeom>
          <a:solidFill>
            <a:srgbClr val="162447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84708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184708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(Console)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184708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interface, headless application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51176"/>
            <a:ext cx="4754880" cy="59436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55117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255117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97480" y="2551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persistence layer (no external DB)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255264"/>
            <a:ext cx="4754880" cy="594360"/>
          </a:xfrm>
          <a:prstGeom prst="rect">
            <a:avLst/>
          </a:prstGeom>
          <a:solidFill>
            <a:srgbClr val="162447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255264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325526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97480" y="325526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for secure authentication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959352"/>
            <a:ext cx="4754880" cy="59436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95935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🐙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51560" y="395935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97480" y="395935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team collaboration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1143000"/>
            <a:ext cx="3383280" cy="3657600"/>
          </a:xfrm>
          <a:prstGeom prst="rect">
            <a:avLst/>
          </a:prstGeom>
          <a:solidFill>
            <a:srgbClr val="1A7D8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80160"/>
            <a:ext cx="822960" cy="8229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40680" y="2103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Constraints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623560" y="2560320"/>
            <a:ext cx="3017520" cy="3657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623560" y="2697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System.out.print() for output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23560" y="30358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BufferedReader for input &amp; file read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623560" y="337413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FileWriter for file writing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623560" y="371246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String.split() for text parsing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623560" y="40507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MessageDigest for SHA-256 hashing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623560" y="4389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external libraries — built from scratch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943600" cy="658368"/>
          </a:xfrm>
          <a:prstGeom prst="rect">
            <a:avLst/>
          </a:prstGeom>
          <a:solidFill>
            <a:srgbClr val="F4A623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371600" cy="658368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1338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Main.java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14630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5E8ED"/>
                </a:solidFill>
              </a:rPr>
              <a:t>App init, login, startup/shutdown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755648"/>
            <a:ext cx="73152" cy="82296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847088"/>
            <a:ext cx="5943600" cy="658368"/>
          </a:xfrm>
          <a:prstGeom prst="rect">
            <a:avLst/>
          </a:prstGeom>
          <a:solidFill>
            <a:srgbClr val="1A7D8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847088"/>
            <a:ext cx="1371600" cy="658368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8470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18836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Workflow.java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91640" y="22128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5E8ED"/>
                </a:solidFill>
              </a:rPr>
              <a:t>Dashboard, order flow, reports, archive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0" y="2505456"/>
            <a:ext cx="73152" cy="82296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596896"/>
            <a:ext cx="5943600" cy="658368"/>
          </a:xfrm>
          <a:prstGeom prst="rect">
            <a:avLst/>
          </a:prstGeom>
          <a:solidFill>
            <a:srgbClr val="162447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596896"/>
            <a:ext cx="1371600" cy="658368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59689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26334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DataPersistence.java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29626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5E8ED"/>
                </a:solidFill>
              </a:rPr>
              <a:t>JSON load/save, ID gen, totals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3255264"/>
            <a:ext cx="73152" cy="82296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346704"/>
            <a:ext cx="5943600" cy="658368"/>
          </a:xfrm>
          <a:prstGeom prst="rect">
            <a:avLst/>
          </a:prstGeom>
          <a:solidFill>
            <a:srgbClr val="1A7D8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346704"/>
            <a:ext cx="1371600" cy="658368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34670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91640" y="3383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PaymentService.java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91640" y="37124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5E8ED"/>
                </a:solidFill>
              </a:rPr>
              <a:t>COD &amp; MockCard payment simulation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26080" y="4005072"/>
            <a:ext cx="73152" cy="82296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4096512"/>
            <a:ext cx="5943600" cy="658368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4096512"/>
            <a:ext cx="1371600" cy="658368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91640" y="4133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· Product · Item · Log · Admin · Role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691640" y="44622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5E8ED"/>
                </a:solidFill>
              </a:rPr>
              <a:t>Core domain models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2240" y="1097280"/>
            <a:ext cx="2331720" cy="374904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88720"/>
            <a:ext cx="640080" cy="64008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6492240" y="18288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Files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583680" y="2286000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admins.json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583680" y="2606040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products.json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583680" y="2926080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orders.json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583680" y="3246120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logs.json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583680" y="3566160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login_audit.json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583680" y="3886200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stock_report.json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583680" y="4206240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report.json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583680" y="4526280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receipt files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— Gantt Chart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834640" y="1051560"/>
            <a:ext cx="6126480" cy="347472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834640" y="1051560"/>
            <a:ext cx="7658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834640" y="1399032"/>
            <a:ext cx="9144" cy="3291840"/>
          </a:xfrm>
          <a:prstGeom prst="rect">
            <a:avLst/>
          </a:prstGeom>
          <a:solidFill>
            <a:srgbClr val="BBC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17545" y="1399032"/>
            <a:ext cx="9144" cy="3291840"/>
          </a:xfrm>
          <a:prstGeom prst="rect">
            <a:avLst/>
          </a:prstGeom>
          <a:solidFill>
            <a:srgbClr val="BBC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00450" y="1051560"/>
            <a:ext cx="7658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00450" y="1399032"/>
            <a:ext cx="9144" cy="3291840"/>
          </a:xfrm>
          <a:prstGeom prst="rect">
            <a:avLst/>
          </a:prstGeom>
          <a:solidFill>
            <a:srgbClr val="BBC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983355" y="1399032"/>
            <a:ext cx="9144" cy="3291840"/>
          </a:xfrm>
          <a:prstGeom prst="rect">
            <a:avLst/>
          </a:prstGeom>
          <a:solidFill>
            <a:srgbClr val="BBC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66260" y="1051560"/>
            <a:ext cx="7658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66260" y="1399032"/>
            <a:ext cx="9144" cy="3291840"/>
          </a:xfrm>
          <a:prstGeom prst="rect">
            <a:avLst/>
          </a:prstGeom>
          <a:solidFill>
            <a:srgbClr val="BBC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49165" y="1399032"/>
            <a:ext cx="9144" cy="3291840"/>
          </a:xfrm>
          <a:prstGeom prst="rect">
            <a:avLst/>
          </a:prstGeom>
          <a:solidFill>
            <a:srgbClr val="BBC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32070" y="1051560"/>
            <a:ext cx="7658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32070" y="1399032"/>
            <a:ext cx="9144" cy="3291840"/>
          </a:xfrm>
          <a:prstGeom prst="rect">
            <a:avLst/>
          </a:prstGeom>
          <a:solidFill>
            <a:srgbClr val="BBC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14975" y="1399032"/>
            <a:ext cx="9144" cy="3291840"/>
          </a:xfrm>
          <a:prstGeom prst="rect">
            <a:avLst/>
          </a:prstGeom>
          <a:solidFill>
            <a:srgbClr val="BBC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97880" y="1051560"/>
            <a:ext cx="7658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97880" y="1399032"/>
            <a:ext cx="9144" cy="3291840"/>
          </a:xfrm>
          <a:prstGeom prst="rect">
            <a:avLst/>
          </a:prstGeom>
          <a:solidFill>
            <a:srgbClr val="BBC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80785" y="1399032"/>
            <a:ext cx="9144" cy="3291840"/>
          </a:xfrm>
          <a:prstGeom prst="rect">
            <a:avLst/>
          </a:prstGeom>
          <a:solidFill>
            <a:srgbClr val="BBC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63690" y="1051560"/>
            <a:ext cx="7658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63690" y="1399032"/>
            <a:ext cx="9144" cy="3291840"/>
          </a:xfrm>
          <a:prstGeom prst="rect">
            <a:avLst/>
          </a:prstGeom>
          <a:solidFill>
            <a:srgbClr val="BBC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46595" y="1399032"/>
            <a:ext cx="9144" cy="3291840"/>
          </a:xfrm>
          <a:prstGeom prst="rect">
            <a:avLst/>
          </a:prstGeom>
          <a:solidFill>
            <a:srgbClr val="BBC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29500" y="1051560"/>
            <a:ext cx="7658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29500" y="1399032"/>
            <a:ext cx="9144" cy="3291840"/>
          </a:xfrm>
          <a:prstGeom prst="rect">
            <a:avLst/>
          </a:prstGeom>
          <a:solidFill>
            <a:srgbClr val="BBC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812405" y="1399032"/>
            <a:ext cx="9144" cy="3291840"/>
          </a:xfrm>
          <a:prstGeom prst="rect">
            <a:avLst/>
          </a:prstGeom>
          <a:solidFill>
            <a:srgbClr val="BBC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95310" y="1051560"/>
            <a:ext cx="7658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195310" y="1399032"/>
            <a:ext cx="9144" cy="3291840"/>
          </a:xfrm>
          <a:prstGeom prst="rect">
            <a:avLst/>
          </a:prstGeom>
          <a:solidFill>
            <a:srgbClr val="BBC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578215" y="1399032"/>
            <a:ext cx="9144" cy="3291840"/>
          </a:xfrm>
          <a:prstGeom prst="rect">
            <a:avLst/>
          </a:prstGeom>
          <a:solidFill>
            <a:srgbClr val="BBC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834640" y="1051560"/>
            <a:ext cx="1531620" cy="64008"/>
          </a:xfrm>
          <a:prstGeom prst="rect">
            <a:avLst/>
          </a:prstGeom>
          <a:solidFill>
            <a:srgbClr val="1A7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366260" y="1051560"/>
            <a:ext cx="1914525" cy="64008"/>
          </a:xfrm>
          <a:prstGeom prst="rect">
            <a:avLst/>
          </a:prstGeom>
          <a:solidFill>
            <a:srgbClr val="162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80785" y="1051560"/>
            <a:ext cx="1531620" cy="64008"/>
          </a:xfrm>
          <a:prstGeom prst="rect">
            <a:avLst/>
          </a:prstGeom>
          <a:solidFill>
            <a:srgbClr val="1A7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812405" y="1051560"/>
            <a:ext cx="1148715" cy="64008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37160" y="1051560"/>
            <a:ext cx="2697480" cy="347472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82880" y="1051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37160" y="1399032"/>
            <a:ext cx="89154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01168" y="139903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Proposal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57500" y="1444752"/>
            <a:ext cx="720090" cy="237744"/>
          </a:xfrm>
          <a:prstGeom prst="rect">
            <a:avLst/>
          </a:prstGeom>
          <a:solidFill>
            <a:srgbClr val="1A7D8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903220" y="1444752"/>
            <a:ext cx="6286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Pro…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37160" y="1728216"/>
            <a:ext cx="8915400" cy="329184"/>
          </a:xfrm>
          <a:prstGeom prst="rect">
            <a:avLst/>
          </a:prstGeom>
          <a:solidFill>
            <a:srgbClr val="E8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01168" y="172821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UML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40405" y="1773936"/>
            <a:ext cx="1102995" cy="237744"/>
          </a:xfrm>
          <a:prstGeom prst="rect">
            <a:avLst/>
          </a:prstGeom>
          <a:solidFill>
            <a:srgbClr val="1A7D8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86125" y="1773936"/>
            <a:ext cx="10115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UML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37160" y="2057400"/>
            <a:ext cx="89154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01168" y="20574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 (Order, Product)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389120" y="2103120"/>
            <a:ext cx="720090" cy="237744"/>
          </a:xfrm>
          <a:prstGeom prst="rect">
            <a:avLst/>
          </a:prstGeom>
          <a:solidFill>
            <a:srgbClr val="2A3F6F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434840" y="2103120"/>
            <a:ext cx="6286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 (Ord…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37160" y="2386584"/>
            <a:ext cx="8915400" cy="329184"/>
          </a:xfrm>
          <a:prstGeom prst="rect">
            <a:avLst/>
          </a:prstGeom>
          <a:solidFill>
            <a:srgbClr val="E8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01168" y="238658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Validation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72025" y="2432304"/>
            <a:ext cx="1102995" cy="237744"/>
          </a:xfrm>
          <a:prstGeom prst="rect">
            <a:avLst/>
          </a:prstGeom>
          <a:solidFill>
            <a:srgbClr val="2A3F6F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17745" y="2432304"/>
            <a:ext cx="10115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Valida…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37160" y="2715768"/>
            <a:ext cx="89154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01168" y="271576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&amp; Payment Simulation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537835" y="2761488"/>
            <a:ext cx="720090" cy="237744"/>
          </a:xfrm>
          <a:prstGeom prst="rect">
            <a:avLst/>
          </a:prstGeom>
          <a:solidFill>
            <a:srgbClr val="2A3F6F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583555" y="2761488"/>
            <a:ext cx="6286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&amp; Payment …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37160" y="3044952"/>
            <a:ext cx="8915400" cy="329184"/>
          </a:xfrm>
          <a:prstGeom prst="rect">
            <a:avLst/>
          </a:prstGeom>
          <a:solidFill>
            <a:srgbClr val="E8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01168" y="304495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&amp; Shipping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303645" y="3090672"/>
            <a:ext cx="720090" cy="237744"/>
          </a:xfrm>
          <a:prstGeom prst="rect">
            <a:avLst/>
          </a:prstGeom>
          <a:solidFill>
            <a:srgbClr val="1A7D8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349365" y="3090672"/>
            <a:ext cx="6286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&amp; …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37160" y="3374136"/>
            <a:ext cx="89154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01168" y="337413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Logging &amp; Reports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686550" y="3419856"/>
            <a:ext cx="1102995" cy="237744"/>
          </a:xfrm>
          <a:prstGeom prst="rect">
            <a:avLst/>
          </a:prstGeom>
          <a:solidFill>
            <a:srgbClr val="1A7D8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732270" y="3419856"/>
            <a:ext cx="10115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Logging …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37160" y="3703320"/>
            <a:ext cx="8915400" cy="329184"/>
          </a:xfrm>
          <a:prstGeom prst="rect">
            <a:avLst/>
          </a:prstGeom>
          <a:solidFill>
            <a:srgbClr val="E8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01168" y="370332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(JSON)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069455" y="3749040"/>
            <a:ext cx="720090" cy="237744"/>
          </a:xfrm>
          <a:prstGeom prst="rect">
            <a:avLst/>
          </a:prstGeom>
          <a:solidFill>
            <a:srgbClr val="1A7D8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115175" y="3749040"/>
            <a:ext cx="6286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(…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37160" y="4032504"/>
            <a:ext cx="89154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01168" y="403250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835265" y="4078224"/>
            <a:ext cx="720090" cy="237744"/>
          </a:xfrm>
          <a:prstGeom prst="rect">
            <a:avLst/>
          </a:prstGeom>
          <a:solidFill>
            <a:srgbClr val="D4901F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880985" y="4078224"/>
            <a:ext cx="6286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37160" y="4361688"/>
            <a:ext cx="8915400" cy="329184"/>
          </a:xfrm>
          <a:prstGeom prst="rect">
            <a:avLst/>
          </a:prstGeom>
          <a:solidFill>
            <a:srgbClr val="E8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201168" y="436168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Presentation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218170" y="4407408"/>
            <a:ext cx="720090" cy="237744"/>
          </a:xfrm>
          <a:prstGeom prst="rect">
            <a:avLst/>
          </a:prstGeom>
          <a:solidFill>
            <a:srgbClr val="D4901F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8263890" y="4407408"/>
            <a:ext cx="6286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Pr…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37160" y="4800600"/>
            <a:ext cx="256032" cy="201168"/>
          </a:xfrm>
          <a:prstGeom prst="rect">
            <a:avLst/>
          </a:prstGeom>
          <a:solidFill>
            <a:srgbClr val="1A7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38912" y="48006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 (Wk 1–4)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331720" y="4800600"/>
            <a:ext cx="256032" cy="201168"/>
          </a:xfrm>
          <a:prstGeom prst="rect">
            <a:avLst/>
          </a:prstGeom>
          <a:solidFill>
            <a:srgbClr val="162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633472" y="48006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  (Wk 5–9)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526280" y="4800600"/>
            <a:ext cx="256032" cy="201168"/>
          </a:xfrm>
          <a:prstGeom prst="rect">
            <a:avLst/>
          </a:prstGeom>
          <a:solidFill>
            <a:srgbClr val="1A7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828032" y="48006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 (Wk 10–13)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720840" y="4800600"/>
            <a:ext cx="256032" cy="201168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7022592" y="48006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Finalization  (Wk 14–16)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1143000"/>
          </a:xfrm>
          <a:prstGeom prst="rect">
            <a:avLst/>
          </a:prstGeom>
          <a:solidFill>
            <a:srgbClr val="1A7D8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109728" cy="1143000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Saika Sarara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230042159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013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5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Workflow.java · Main.java . ManualInputReader.java</a:t>
            </a:r>
          </a:p>
        </p:txBody>
      </p:sp>
      <p:sp>
        <p:nvSpPr>
          <p:cNvPr id="10" name="Shape 8"/>
          <p:cNvSpPr/>
          <p:nvPr/>
        </p:nvSpPr>
        <p:spPr>
          <a:xfrm>
            <a:off x="3474720" y="1207008"/>
            <a:ext cx="36576" cy="960120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11880" y="120700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workflow orchestration, admin dashboard, menu handling, order search &amp; filter, reporting, archive operations, simulation flow, and application startup/shutdown.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8503920" cy="114300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395728"/>
            <a:ext cx="109728" cy="1143000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4871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Maliha Tasnim Khan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230042127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0815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5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DataPersistence.java · PaymentService.java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2487168"/>
            <a:ext cx="36576" cy="960120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11880" y="248716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JSON-based load/save, ID normalization &amp; generation, total calculation, login audit writing, test-data support, and payment simulation (COD &amp; MockCard).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675888"/>
            <a:ext cx="8503920" cy="1143000"/>
          </a:xfrm>
          <a:prstGeom prst="rect">
            <a:avLst/>
          </a:prstGeom>
          <a:solidFill>
            <a:srgbClr val="1A7D8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675888"/>
            <a:ext cx="109728" cy="1143000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7673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Adiba Ahsan Raiyan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8640" y="4114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230042161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361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5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· Item · Log · Order · Product · Role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3767328"/>
            <a:ext cx="36576" cy="960120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11880" y="376732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SHA-256 hashing, role-aware admin model, core entity classes, workflow log writing, and order timeline viewing.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48006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6070"/>
                </a:solidFill>
              </a:rPr>
              <a:t>All members collaborated on requirements, debugging, testing, documentation, and presentations.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10972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14800" cy="64008"/>
          </a:xfrm>
          <a:prstGeom prst="rect">
            <a:avLst/>
          </a:prstGeom>
          <a:solidFill>
            <a:srgbClr val="1A7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115568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2527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GUI 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6184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web dashboard or graphical interface for broader usability.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114800" cy="1097280"/>
          </a:xfrm>
          <a:prstGeom prst="rect">
            <a:avLst/>
          </a:prstGeom>
          <a:solidFill>
            <a:srgbClr val="162447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115568"/>
            <a:ext cx="4114800" cy="64008"/>
          </a:xfrm>
          <a:prstGeom prst="rect">
            <a:avLst/>
          </a:prstGeom>
          <a:solidFill>
            <a:srgbClr val="1A7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4608" y="1115568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12527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16184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JSON with SQL/NoSQL for scalability and concurrent access.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377440"/>
            <a:ext cx="4114800" cy="1097280"/>
          </a:xfrm>
          <a:prstGeom prst="rect">
            <a:avLst/>
          </a:prstGeom>
          <a:solidFill>
            <a:srgbClr val="162447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4114800" cy="64008"/>
          </a:xfrm>
          <a:prstGeom prst="rect">
            <a:avLst/>
          </a:prstGeom>
          <a:solidFill>
            <a:srgbClr val="1A7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" y="237744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25146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880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analytics, richer invoicing, and customer profiles.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377440"/>
            <a:ext cx="4114800" cy="10972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4114800" cy="64008"/>
          </a:xfrm>
          <a:prstGeom prst="rect">
            <a:avLst/>
          </a:prstGeom>
          <a:solidFill>
            <a:srgbClr val="1A7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64608" y="237744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40680" y="25146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 Gateway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2880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APIs (SSLCommerz, bKash) instead of simulation.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639312"/>
            <a:ext cx="4114800" cy="10972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639312"/>
            <a:ext cx="4114800" cy="64008"/>
          </a:xfrm>
          <a:prstGeom prst="rect">
            <a:avLst/>
          </a:prstGeom>
          <a:solidFill>
            <a:srgbClr val="1A7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9768" y="3639312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5840" y="37764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Permissions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4142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role-based authorization and access control.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39312"/>
            <a:ext cx="4114800" cy="1097280"/>
          </a:xfrm>
          <a:prstGeom prst="rect">
            <a:avLst/>
          </a:prstGeom>
          <a:solidFill>
            <a:srgbClr val="162447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639312"/>
            <a:ext cx="4114800" cy="64008"/>
          </a:xfrm>
          <a:prstGeom prst="rect">
            <a:avLst/>
          </a:prstGeom>
          <a:solidFill>
            <a:srgbClr val="1A7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64608" y="3639312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40680" y="37764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0680" y="4142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test coverage for robustness under production workloads.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7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1CB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24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9144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7315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114800" cy="45720"/>
          </a:xfrm>
          <a:prstGeom prst="rect">
            <a:avLst/>
          </a:prstGeom>
          <a:solidFill>
            <a:srgbClr val="1A7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783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Fulfillment Automation Backend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23317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CLI backend that automates post-order workflows 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inventory, payment, shipping, logging, and reporting.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7772400" cy="566928"/>
          </a:xfrm>
          <a:prstGeom prst="rect">
            <a:avLst/>
          </a:prstGeom>
          <a:solidFill>
            <a:srgbClr val="162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324612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DE1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github.com/saikasarara645-bot/E-commerce-Order-Fulfillment-Automation-Backend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4023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Saika Sarara  ·  Adiba Ahsan Raiyan  ·  Maliha Tasnim Khan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43708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13  ·  SWE 4304  ·  March 2026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5E8ED"/>
                </a:solidFill>
              </a:rPr>
              <a:t>Supervisor: Anika Farzana — Junior Lecturer, Dept. of CSE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872</Words>
  <Application>Microsoft Office PowerPoint</Application>
  <PresentationFormat>On-screen Show (16:9)</PresentationFormat>
  <Paragraphs>176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Order Fulfillment Automation Backend</dc:title>
  <dc:subject>PptxGenJS Presentation</dc:subject>
  <dc:creator>Group 13</dc:creator>
  <cp:lastModifiedBy>SAIKA SARARA</cp:lastModifiedBy>
  <cp:revision>2</cp:revision>
  <dcterms:created xsi:type="dcterms:W3CDTF">2026-03-25T01:18:51Z</dcterms:created>
  <dcterms:modified xsi:type="dcterms:W3CDTF">2026-03-28T02:20:43Z</dcterms:modified>
</cp:coreProperties>
</file>